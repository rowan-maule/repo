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 varScale="1">
        <p:scale>
          <a:sx n="79" d="100"/>
          <a:sy n="79" d="100"/>
        </p:scale>
        <p:origin x="148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83978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16,34,35,38,39,41,44,45,55,63,64,65,72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45,38,34,16,35,41,39,44,65,63,55,64,72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16,35,34,39,44,41,38,55,64,63,72,65,45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The height of the tree is 3 and the nodes on level 2 are 34, 41, 63, and 72.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– 7 % 2 / 24 * 18  - 5 * 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</a:t>
            </a: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39.16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81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69049-CBDF-856C-BE54-BC4CE7C7C52C}"/>
              </a:ext>
            </a:extLst>
          </p:cNvPr>
          <p:cNvSpPr txBox="1"/>
          <p:nvPr/>
        </p:nvSpPr>
        <p:spPr>
          <a:xfrm>
            <a:off x="1676400" y="18288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E6A4B-0540-47FD-1191-0C85775BD0F8}"/>
              </a:ext>
            </a:extLst>
          </p:cNvPr>
          <p:cNvSpPr txBox="1"/>
          <p:nvPr/>
        </p:nvSpPr>
        <p:spPr>
          <a:xfrm>
            <a:off x="1751806" y="21923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F9571-F724-715F-57A8-57DF68F0110F}"/>
              </a:ext>
            </a:extLst>
          </p:cNvPr>
          <p:cNvSpPr txBox="1"/>
          <p:nvPr/>
        </p:nvSpPr>
        <p:spPr>
          <a:xfrm>
            <a:off x="1600201" y="2471410"/>
            <a:ext cx="5822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19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Null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8802B-739E-5388-2526-7EC4BD93330A}"/>
              </a:ext>
            </a:extLst>
          </p:cNvPr>
          <p:cNvSpPr txBox="1"/>
          <p:nvPr/>
        </p:nvSpPr>
        <p:spPr>
          <a:xfrm>
            <a:off x="1529769" y="4254122"/>
            <a:ext cx="5822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743F5-C66D-7A98-B251-B2CAC57CCC18}"/>
              </a:ext>
            </a:extLst>
          </p:cNvPr>
          <p:cNvSpPr txBox="1"/>
          <p:nvPr/>
        </p:nvSpPr>
        <p:spPr>
          <a:xfrm>
            <a:off x="1636143" y="5776954"/>
            <a:ext cx="582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90C58D-106A-2BCD-A0C4-6D7129271AD7}"/>
              </a:ext>
            </a:extLst>
          </p:cNvPr>
          <p:cNvSpPr/>
          <p:nvPr/>
        </p:nvSpPr>
        <p:spPr>
          <a:xfrm>
            <a:off x="4724400" y="1524001"/>
            <a:ext cx="838200" cy="6166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D4421F-F680-B6DB-E7FC-6CD039D5BFC7}"/>
              </a:ext>
            </a:extLst>
          </p:cNvPr>
          <p:cNvSpPr/>
          <p:nvPr/>
        </p:nvSpPr>
        <p:spPr>
          <a:xfrm>
            <a:off x="3733800" y="2362200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BBCC6F-0E11-C43E-E8EC-D4C39F61A869}"/>
              </a:ext>
            </a:extLst>
          </p:cNvPr>
          <p:cNvSpPr/>
          <p:nvPr/>
        </p:nvSpPr>
        <p:spPr>
          <a:xfrm>
            <a:off x="6047189" y="2366624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ED015F-37AB-B919-F10B-6782F7684A23}"/>
              </a:ext>
            </a:extLst>
          </p:cNvPr>
          <p:cNvSpPr/>
          <p:nvPr/>
        </p:nvSpPr>
        <p:spPr>
          <a:xfrm>
            <a:off x="2996205" y="3220931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5813A6-279E-0E3B-1865-B565986F2E96}"/>
              </a:ext>
            </a:extLst>
          </p:cNvPr>
          <p:cNvSpPr/>
          <p:nvPr/>
        </p:nvSpPr>
        <p:spPr>
          <a:xfrm>
            <a:off x="4229099" y="3261601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024E01-54A4-9962-ED3C-8C7CDC20F03D}"/>
              </a:ext>
            </a:extLst>
          </p:cNvPr>
          <p:cNvSpPr/>
          <p:nvPr/>
        </p:nvSpPr>
        <p:spPr>
          <a:xfrm>
            <a:off x="5543144" y="3261601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03217D-2BCB-DB5E-FC78-5BD221468067}"/>
              </a:ext>
            </a:extLst>
          </p:cNvPr>
          <p:cNvSpPr/>
          <p:nvPr/>
        </p:nvSpPr>
        <p:spPr>
          <a:xfrm>
            <a:off x="2291431" y="4031974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293400-8C50-6140-2DB2-A9C457214D50}"/>
              </a:ext>
            </a:extLst>
          </p:cNvPr>
          <p:cNvSpPr/>
          <p:nvPr/>
        </p:nvSpPr>
        <p:spPr>
          <a:xfrm>
            <a:off x="3290553" y="4114800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5174C8-0269-6368-8C51-35FEC8A0BB33}"/>
              </a:ext>
            </a:extLst>
          </p:cNvPr>
          <p:cNvSpPr/>
          <p:nvPr/>
        </p:nvSpPr>
        <p:spPr>
          <a:xfrm>
            <a:off x="4700253" y="4109378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4B7018-15AF-2138-F951-888A0A8E640D}"/>
              </a:ext>
            </a:extLst>
          </p:cNvPr>
          <p:cNvSpPr/>
          <p:nvPr/>
        </p:nvSpPr>
        <p:spPr>
          <a:xfrm>
            <a:off x="6469481" y="4031973"/>
            <a:ext cx="685800" cy="64633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27BD1E-C4A4-BF2C-27BA-6EA1510C1C4E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4319167" y="2050365"/>
            <a:ext cx="527985" cy="4064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C183E1-16B6-4BD9-1243-90E2A98D1B77}"/>
              </a:ext>
            </a:extLst>
          </p:cNvPr>
          <p:cNvCxnSpPr>
            <a:stCxn id="7" idx="3"/>
            <a:endCxn id="9" idx="7"/>
          </p:cNvCxnSpPr>
          <p:nvPr/>
        </p:nvCxnSpPr>
        <p:spPr>
          <a:xfrm flipH="1">
            <a:off x="3581572" y="2913878"/>
            <a:ext cx="252661" cy="401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B6F084-02C4-8CC6-3C19-FC6479D4AB6A}"/>
              </a:ext>
            </a:extLst>
          </p:cNvPr>
          <p:cNvCxnSpPr>
            <a:endCxn id="10" idx="0"/>
          </p:cNvCxnSpPr>
          <p:nvPr/>
        </p:nvCxnSpPr>
        <p:spPr>
          <a:xfrm>
            <a:off x="4229099" y="3008531"/>
            <a:ext cx="266701" cy="365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B22097-3E9F-D419-693A-3543709B60CF}"/>
              </a:ext>
            </a:extLst>
          </p:cNvPr>
          <p:cNvCxnSpPr>
            <a:stCxn id="9" idx="3"/>
            <a:endCxn id="12" idx="7"/>
          </p:cNvCxnSpPr>
          <p:nvPr/>
        </p:nvCxnSpPr>
        <p:spPr>
          <a:xfrm flipH="1">
            <a:off x="2876798" y="3772609"/>
            <a:ext cx="219840" cy="354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D3FFF8-B257-8E5B-BE43-4A5FA224CCF8}"/>
              </a:ext>
            </a:extLst>
          </p:cNvPr>
          <p:cNvCxnSpPr>
            <a:stCxn id="9" idx="4"/>
            <a:endCxn id="13" idx="0"/>
          </p:cNvCxnSpPr>
          <p:nvPr/>
        </p:nvCxnSpPr>
        <p:spPr>
          <a:xfrm>
            <a:off x="3339105" y="3867262"/>
            <a:ext cx="294348" cy="2475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1C8C20-C4C3-9724-18F2-FEF99AB0F6A0}"/>
              </a:ext>
            </a:extLst>
          </p:cNvPr>
          <p:cNvCxnSpPr/>
          <p:nvPr/>
        </p:nvCxnSpPr>
        <p:spPr>
          <a:xfrm>
            <a:off x="4700253" y="3867262"/>
            <a:ext cx="214646" cy="259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439357-24EE-19BE-D4FF-A19E87B26116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5439848" y="2050365"/>
            <a:ext cx="707774" cy="410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616648-B55C-F94F-F641-F53C0A1775AF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flipH="1">
            <a:off x="5886044" y="2918302"/>
            <a:ext cx="261578" cy="343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56A95B-6895-5B9B-07ED-0AD5D804FD09}"/>
              </a:ext>
            </a:extLst>
          </p:cNvPr>
          <p:cNvCxnSpPr>
            <a:stCxn id="11" idx="5"/>
            <a:endCxn id="15" idx="1"/>
          </p:cNvCxnSpPr>
          <p:nvPr/>
        </p:nvCxnSpPr>
        <p:spPr>
          <a:xfrm>
            <a:off x="6128511" y="3813279"/>
            <a:ext cx="441403" cy="3133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410</Words>
  <Application>Microsoft Office PowerPoint</Application>
  <PresentationFormat>On-screen Show (4:3)</PresentationFormat>
  <Paragraphs>138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Maule, Rowan</cp:lastModifiedBy>
  <cp:revision>24</cp:revision>
  <cp:lastPrinted>2016-04-12T17:35:20Z</cp:lastPrinted>
  <dcterms:created xsi:type="dcterms:W3CDTF">2006-11-01T05:42:40Z</dcterms:created>
  <dcterms:modified xsi:type="dcterms:W3CDTF">2025-11-11T05:23:48Z</dcterms:modified>
</cp:coreProperties>
</file>